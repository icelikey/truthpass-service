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99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1-cov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2-fric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3-agent-commerc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4-architectu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5-blockchain-valu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6-fish-oil-dem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7-co-building-mode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8-closin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